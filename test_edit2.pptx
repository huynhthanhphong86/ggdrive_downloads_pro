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[Slide 1]</a:t>
            </a:r>
          </a:p>
          <a:p>
            <a:r>
              <a:rPr sz="1200"/>
              <a:t>MÔN TRÍ TUỆ NHÂN TẠO  ·  LỚP 6</a:t>
            </a:r>
          </a:p>
          <a:p>
            <a:r>
              <a:rPr sz="1200"/>
              <a:t>TIẾT 1�</a:t>
            </a:r>
          </a:p>
          <a:p>
            <a:r>
              <a:rPr sz="1200"/>
              <a:t>Giới thiệu AI: AI do ai làm ra?</a:t>
            </a:r>
          </a:p>
          <a:p>
            <a:r>
              <a:rPr sz="1200"/>
              <a:t>Yêu cầu cần đạt  ·  6.A1.1</a:t>
            </a:r>
          </a:p>
          <a:p>
            <a:r>
              <a:rPr sz="1200"/>
              <a:t>Chuyên đề 1: Con người làm chủ AI · Mạch A</a:t>
            </a:r>
          </a:p>
          <a:p>
            <a:r>
              <a:rPr sz="1200"/>
              <a:t>Tài liệu THAM KHẢO — biên soạn dựa trên Quyết định 2422/QĐ-BGDĐT (18/8/2026) và Chương trình GDPT 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[Slide 2]</a:t>
            </a:r>
          </a:p>
          <a:p>
            <a:r>
              <a:rPr sz="1200"/>
              <a:t>KHỞI ĐỘNG</a:t>
            </a:r>
          </a:p>
          <a:p>
            <a:r>
              <a:rPr sz="1200"/>
              <a:t>Em nói “Ơi trợ lí ảo, mai trời có mưa không?” và nó trả lời ngay lập tức.</a:t>
            </a:r>
          </a:p>
          <a:p>
            <a:r>
              <a:rPr sz="1200"/>
              <a:t>Ai đã DẠY nó biết trả lời —</a:t>
            </a:r>
          </a:p>
          <a:p>
            <a:r>
              <a:rPr sz="1200"/>
              <a:t>nó tự thông minh hay có người làm ra?</a:t>
            </a:r>
          </a:p>
          <a:p>
            <a:r>
              <a:rPr sz="1200"/>
              <a:t>→ Thảo luận nhanh, chia sẻ ý kiến.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[Slide 3]</a:t>
            </a:r>
          </a:p>
          <a:p>
            <a:r>
              <a:rPr sz="1200"/>
              <a:t>MỤC TIÊU BÀI HỌC</a:t>
            </a:r>
          </a:p>
          <a:p>
            <a:r>
              <a:rPr sz="1200"/>
              <a:t>Sau bài học, em sẽ…</a:t>
            </a:r>
          </a:p>
          <a:p>
            <a:r>
              <a:rPr sz="1200"/>
              <a:t>AI là gì</a:t>
            </a:r>
          </a:p>
          <a:p>
            <a:r>
              <a:rPr sz="1200"/>
              <a:t>hiểu AI là chương trình do con người viết ra để làm việc thay và giúp con người.</a:t>
            </a:r>
          </a:p>
          <a:p>
            <a:r>
              <a:rPr sz="1200"/>
              <a:t>AI do ai làm ra</a:t>
            </a:r>
          </a:p>
          <a:p>
            <a:r>
              <a:rPr sz="1200"/>
              <a:t>giải thích AI không tự sinh ra: có người thiết kế, có người dạy bằng dữ liệu.</a:t>
            </a:r>
          </a:p>
          <a:p>
            <a:r>
              <a:rPr sz="1200"/>
              <a:t>Ví dụ quanh em</a:t>
            </a:r>
          </a:p>
          <a:p>
            <a:r>
              <a:rPr sz="1200"/>
              <a:t>kể được vài công cụ AI quen thuộc và vai trò của con người tạo ra chúng.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[Slide 4]</a:t>
            </a:r>
          </a:p>
          <a:p>
            <a:r>
              <a:rPr sz="1200"/>
              <a:t>AI LÀ GÌ</a:t>
            </a:r>
          </a:p>
          <a:p>
            <a:r>
              <a:rPr sz="1200"/>
              <a:t>AI = trí tuệ nhân tạo, do con người tạo ra</a:t>
            </a:r>
          </a:p>
          <a:p>
            <a:r>
              <a:rPr sz="1200"/>
              <a:t>AI là gì?</a:t>
            </a:r>
          </a:p>
          <a:p>
            <a:r>
              <a:rPr sz="1200"/>
              <a:t>Là chương trình do con người viết ra để làm việc thay hoặc giúp con người.</a:t>
            </a:r>
          </a:p>
          <a:p>
            <a:r>
              <a:rPr sz="1200"/>
              <a:t>Không phải phép màu</a:t>
            </a:r>
          </a:p>
          <a:p>
            <a:r>
              <a:rPr sz="1200"/>
              <a:t>AI không tự sinh ra. Có người thiết kế và có người “dạy” nó bằng dữ liệu.</a:t>
            </a:r>
          </a:p>
          <a:p>
            <a:r>
              <a:rPr sz="1200"/>
              <a:t>Con người điều khiển</a:t>
            </a:r>
          </a:p>
          <a:p>
            <a:r>
              <a:rPr sz="1200"/>
              <a:t>AI chỉ làm nhiệm vụ được giao, không hoạt động độc lập với con người.</a:t>
            </a:r>
          </a:p>
          <a:p>
            <a:r>
              <a:rPr sz="1200"/>
              <a:t>→ Đằng sau mỗi công cụ AI đều có bàn tay con người tạo ra và điều khiển.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[Slide 5]</a:t>
            </a:r>
          </a:p>
          <a:p>
            <a:r>
              <a:rPr sz="1200"/>
              <a:t>AI QUANH EM</a:t>
            </a:r>
          </a:p>
          <a:p>
            <a:r>
              <a:rPr sz="1200"/>
              <a:t>Những công cụ AI em gặp mỗi ngày</a:t>
            </a:r>
          </a:p>
          <a:p>
            <a:r>
              <a:rPr sz="1200"/>
              <a:t>Trợ lí ảo</a:t>
            </a:r>
          </a:p>
          <a:p>
            <a:r>
              <a:rPr sz="1200"/>
              <a:t>Google Assistant, Siri nghe câu hỏi rồi trả lời cho em.</a:t>
            </a:r>
          </a:p>
          <a:p>
            <a:r>
              <a:rPr sz="1200"/>
              <a:t>Gợi ý video</a:t>
            </a:r>
          </a:p>
          <a:p>
            <a:r>
              <a:rPr sz="1200"/>
              <a:t>YouTube, TikTok đoán clip em thích để hiện lên trước.</a:t>
            </a:r>
          </a:p>
          <a:p>
            <a:r>
              <a:rPr sz="1200"/>
              <a:t>Bản đồ &amp; dịch</a:t>
            </a:r>
          </a:p>
          <a:p>
            <a:r>
              <a:rPr sz="1200"/>
              <a:t>Bản đồ chỉ đường, ứng dụng dịch tự động tiếng nước ngoài.</a:t>
            </a:r>
          </a:p>
          <a:p>
            <a:r>
              <a:rPr sz="1200"/>
              <a:t>Ai tạo ra chúng? Các kĩ sư, lập trình viên — chính là con người.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6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MÔN TRÍ TUỆ NHÂN TẠO  ·  LỚP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CDDEE"/>
                </a:solidFill>
              </a:rPr>
              <a:t>TIẾT 1�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CCDDEE"/>
                </a:solidFill>
              </a:rPr>
              <a:t>Giới thiệu AI: AI do ai làm ra?</a:t>
            </a:r>
          </a:p>
          <a:p>
            <a:r>
              <a:rPr sz="1200">
                <a:solidFill>
                  <a:srgbClr val="CCDDEE"/>
                </a:solidFill>
              </a:rPr>
              <a:t>Yêu cầu cần đạt  ·  6.A1.1</a:t>
            </a:r>
          </a:p>
          <a:p>
            <a:r>
              <a:rPr sz="1200">
                <a:solidFill>
                  <a:srgbClr val="CCDDEE"/>
                </a:solidFill>
              </a:rPr>
              <a:t>Chuyên đề 1: Con người làm chủ AI · Mạch A</a:t>
            </a:r>
          </a:p>
          <a:p>
            <a:r>
              <a:rPr sz="1200">
                <a:solidFill>
                  <a:srgbClr val="CCDDEE"/>
                </a:solidFill>
              </a:rPr>
              <a:t>Tài liệu THAM KHẢO — biên soạn dựa trên Quyết định 2422/QĐ-BGDĐT (18/8/2026) và Chương trình GDPT 2018.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C2233"/>
                </a:solidFill>
              </a:rPr>
              <a:t>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3344"/>
                </a:solidFill>
              </a:rPr>
              <a:t>Em nói “Ơi trợ lí ảo, mai trời có mưa không?” và nó trả lời ngay lập tức.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223344"/>
                </a:solidFill>
              </a:rPr>
              <a:t>Ai đã DẠY nó biết trả lời —</a:t>
            </a:r>
          </a:p>
          <a:p>
            <a:r>
              <a:rPr sz="1200">
                <a:solidFill>
                  <a:srgbClr val="223344"/>
                </a:solidFill>
              </a:rPr>
              <a:t>nó tự thông minh hay có người làm ra?</a:t>
            </a:r>
          </a:p>
          <a:p>
            <a:r>
              <a:rPr sz="1200">
                <a:solidFill>
                  <a:srgbClr val="223344"/>
                </a:solidFill>
              </a:rPr>
              <a:t>→ Thảo luận nhanh, chia sẻ ý kiến.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C2233"/>
                </a:solidFill>
              </a:rPr>
              <a:t>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3344"/>
                </a:solidFill>
              </a:rPr>
              <a:t>Sau bài học, em sẽ…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223344"/>
                </a:solidFill>
              </a:rPr>
              <a:t>AI là gì</a:t>
            </a:r>
          </a:p>
          <a:p>
            <a:r>
              <a:rPr sz="1200">
                <a:solidFill>
                  <a:srgbClr val="223344"/>
                </a:solidFill>
              </a:rPr>
              <a:t>hiểu AI là chương trình do con người viết ra để làm việc thay và giúp con người.</a:t>
            </a:r>
          </a:p>
          <a:p>
            <a:r>
              <a:rPr sz="1200">
                <a:solidFill>
                  <a:srgbClr val="223344"/>
                </a:solidFill>
              </a:rPr>
              <a:t>AI do ai làm ra</a:t>
            </a:r>
          </a:p>
          <a:p>
            <a:r>
              <a:rPr sz="1200">
                <a:solidFill>
                  <a:srgbClr val="223344"/>
                </a:solidFill>
              </a:rPr>
              <a:t>giải thích AI không tự sinh ra: có người thiết kế, có người dạy bằng dữ liệu.</a:t>
            </a:r>
          </a:p>
          <a:p>
            <a:r>
              <a:rPr sz="1200">
                <a:solidFill>
                  <a:srgbClr val="223344"/>
                </a:solidFill>
              </a:rPr>
              <a:t>Ví dụ quanh em</a:t>
            </a:r>
          </a:p>
          <a:p>
            <a:r>
              <a:rPr sz="1200">
                <a:solidFill>
                  <a:srgbClr val="223344"/>
                </a:solidFill>
              </a:rPr>
              <a:t>kể được vài công cụ AI quen thuộc và vai trò của con người tạo ra chúng.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C2233"/>
                </a:solidFill>
              </a:rPr>
              <a:t>AI LÀ GÌ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3344"/>
                </a:solidFill>
              </a:rPr>
              <a:t>AI = trí tuệ nhân tạo, do con người tạo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223344"/>
                </a:solidFill>
              </a:rPr>
              <a:t>AI là gì?</a:t>
            </a:r>
          </a:p>
          <a:p>
            <a:r>
              <a:rPr sz="1200">
                <a:solidFill>
                  <a:srgbClr val="223344"/>
                </a:solidFill>
              </a:rPr>
              <a:t>Là chương trình do con người viết ra để làm việc thay hoặc giúp con người.</a:t>
            </a:r>
          </a:p>
          <a:p>
            <a:r>
              <a:rPr sz="1200">
                <a:solidFill>
                  <a:srgbClr val="223344"/>
                </a:solidFill>
              </a:rPr>
              <a:t>Không phải phép màu</a:t>
            </a:r>
          </a:p>
          <a:p>
            <a:r>
              <a:rPr sz="1200">
                <a:solidFill>
                  <a:srgbClr val="223344"/>
                </a:solidFill>
              </a:rPr>
              <a:t>AI không tự sinh ra. Có người thiết kế và có người “dạy” nó bằng dữ liệu.</a:t>
            </a:r>
          </a:p>
          <a:p>
            <a:r>
              <a:rPr sz="1200">
                <a:solidFill>
                  <a:srgbClr val="223344"/>
                </a:solidFill>
              </a:rPr>
              <a:t>Con người điều khiển</a:t>
            </a:r>
          </a:p>
          <a:p>
            <a:r>
              <a:rPr sz="1200">
                <a:solidFill>
                  <a:srgbClr val="223344"/>
                </a:solidFill>
              </a:rPr>
              <a:t>AI chỉ làm nhiệm vụ được giao, không hoạt động độc lập với con người.</a:t>
            </a:r>
          </a:p>
          <a:p>
            <a:r>
              <a:rPr sz="1200">
                <a:solidFill>
                  <a:srgbClr val="223344"/>
                </a:solidFill>
              </a:rPr>
              <a:t>→ Đằng sau mỗi công cụ AI đều có bàn tay con người tạo ra và điều khiển.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C2233"/>
                </a:solidFill>
              </a:rPr>
              <a:t>AI QUANH 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3344"/>
                </a:solidFill>
              </a:rPr>
              <a:t>Những công cụ AI em gặp mỗi ngày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114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00">
                <a:solidFill>
                  <a:srgbClr val="223344"/>
                </a:solidFill>
              </a:rPr>
              <a:t>Trợ lí ảo</a:t>
            </a:r>
          </a:p>
          <a:p>
            <a:r>
              <a:rPr sz="1200">
                <a:solidFill>
                  <a:srgbClr val="223344"/>
                </a:solidFill>
              </a:rPr>
              <a:t>Google Assistant, Siri nghe câu hỏi rồi trả lời cho em.</a:t>
            </a:r>
          </a:p>
          <a:p>
            <a:r>
              <a:rPr sz="1200">
                <a:solidFill>
                  <a:srgbClr val="223344"/>
                </a:solidFill>
              </a:rPr>
              <a:t>Gợi ý video</a:t>
            </a:r>
          </a:p>
          <a:p>
            <a:r>
              <a:rPr sz="1200">
                <a:solidFill>
                  <a:srgbClr val="223344"/>
                </a:solidFill>
              </a:rPr>
              <a:t>YouTube, TikTok đoán clip em thích để hiện lên trước.</a:t>
            </a:r>
          </a:p>
          <a:p>
            <a:r>
              <a:rPr sz="1200">
                <a:solidFill>
                  <a:srgbClr val="223344"/>
                </a:solidFill>
              </a:rPr>
              <a:t>Bản đồ &amp; dịch</a:t>
            </a:r>
          </a:p>
          <a:p>
            <a:r>
              <a:rPr sz="1200">
                <a:solidFill>
                  <a:srgbClr val="223344"/>
                </a:solidFill>
              </a:rPr>
              <a:t>Bản đồ chỉ đường, ứng dụng dịch tự động tiếng nước ngoài.</a:t>
            </a:r>
          </a:p>
          <a:p>
            <a:r>
              <a:rPr sz="1200">
                <a:solidFill>
                  <a:srgbClr val="223344"/>
                </a:solidFill>
              </a:rPr>
              <a:t>Ai tạo ra chúng? Các kĩ sư, lập trình viên — chính là con người.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